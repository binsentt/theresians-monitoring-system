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ideIdLst>
    <p:sldId id="256" r:id="rId1"/>
  </p:slideIdLst>
  <p:sldSz cx="9144000" cy="51435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

</file>

<file path=ppt/slides/slide1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spTree><p:nvGrpSpPr/><p:grpSpPr/><p:sp><p:nvSpPr/><p:spPr/><p:txBody><a:bodyPr/><a:lstStyle/><a:p><a:r><a:rPr lang="en-US"/><a:t>Grade 1 addition lesson</a:t></a:r></p:txBody></p:sp></p:spTree></p:cSld></p:sld>

</file>